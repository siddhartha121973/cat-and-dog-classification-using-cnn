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800" y="660400"/>
            <a:ext cx="7772400" cy="1470025"/>
          </a:xfrm>
        </p:spPr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Dog </a:t>
            </a:r>
            <a:r>
              <a:rPr b="1" dirty="0" err="1">
                <a:solidFill>
                  <a:schemeClr val="bg1"/>
                </a:solidFill>
              </a:rPr>
              <a:t>vs</a:t>
            </a:r>
            <a:r>
              <a:rPr b="1" dirty="0">
                <a:solidFill>
                  <a:schemeClr val="bg1"/>
                </a:solidFill>
              </a:rPr>
              <a:t> Cat Classification Using </a:t>
            </a:r>
            <a:r>
              <a:rPr b="1" dirty="0" smtClean="0">
                <a:solidFill>
                  <a:schemeClr val="bg1"/>
                </a:solidFill>
              </a:rPr>
              <a:t>CNN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130425"/>
            <a:ext cx="7480300" cy="4727575"/>
          </a:xfrm>
        </p:spPr>
        <p:txBody>
          <a:bodyPr>
            <a:normAutofit/>
          </a:bodyPr>
          <a:lstStyle/>
          <a:p>
            <a:endParaRPr lang="en-US" b="1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UNIVERSITY – </a:t>
            </a:r>
          </a:p>
          <a:p>
            <a:r>
              <a:rPr lang="en-IN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</a:t>
            </a:r>
            <a:r>
              <a:rPr lang="en-IN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I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A.P.J. Abdul </a:t>
            </a:r>
            <a:r>
              <a:rPr lang="en-IN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Kalam</a:t>
            </a:r>
            <a:r>
              <a:rPr lang="en-I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Technical </a:t>
            </a:r>
            <a:r>
              <a:rPr lang="en-IN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 </a:t>
            </a:r>
            <a:r>
              <a:rPr lang="en-IN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Lucknow</a:t>
            </a:r>
            <a:endParaRPr lang="en-IN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b="1" dirty="0" smtClean="0">
                <a:solidFill>
                  <a:schemeClr val="bg1"/>
                </a:solidFill>
              </a:rPr>
              <a:t>Name:</a:t>
            </a:r>
            <a:endParaRPr lang="en-US" b="1" dirty="0" smtClean="0">
              <a:solidFill>
                <a:schemeClr val="bg1"/>
              </a:solidFill>
            </a:endParaRPr>
          </a:p>
          <a:p>
            <a:r>
              <a:rPr b="1" dirty="0" smtClean="0">
                <a:solidFill>
                  <a:srgbClr val="D4AF37"/>
                </a:solidFill>
              </a:rPr>
              <a:t> </a:t>
            </a:r>
            <a:r>
              <a:rPr lang="en-US" b="1" dirty="0" smtClean="0">
                <a:solidFill>
                  <a:srgbClr val="D4AF37"/>
                </a:solidFill>
              </a:rPr>
              <a:t>SIDDHARTHA  GUPTA</a:t>
            </a:r>
          </a:p>
          <a:p>
            <a:r>
              <a:rPr lang="en-US" b="1" dirty="0" smtClean="0">
                <a:solidFill>
                  <a:srgbClr val="D4AF37"/>
                </a:solidFill>
              </a:rPr>
              <a:t>ROLL NO.-02</a:t>
            </a:r>
            <a:endParaRPr b="1" dirty="0">
              <a:solidFill>
                <a:srgbClr val="D4AF3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0800"/>
            <a:ext cx="8229600" cy="5295900"/>
          </a:xfrm>
        </p:spPr>
        <p:txBody>
          <a:bodyPr>
            <a:normAutofit lnSpcReduction="10000"/>
          </a:bodyPr>
          <a:lstStyle/>
          <a:p>
            <a:r>
              <a:rPr b="1" dirty="0">
                <a:solidFill>
                  <a:srgbClr val="D4AF37"/>
                </a:solidFill>
              </a:rPr>
              <a:t>Binary image classification using a CNN trained on </a:t>
            </a:r>
            <a:r>
              <a:rPr b="1" dirty="0" smtClean="0">
                <a:solidFill>
                  <a:srgbClr val="D4AF37"/>
                </a:solidFill>
              </a:rPr>
              <a:t>the </a:t>
            </a:r>
            <a:r>
              <a:rPr b="1" dirty="0" err="1">
                <a:solidFill>
                  <a:srgbClr val="D4AF37"/>
                </a:solidFill>
              </a:rPr>
              <a:t>Kaggle</a:t>
            </a:r>
            <a:r>
              <a:rPr b="1" dirty="0">
                <a:solidFill>
                  <a:srgbClr val="D4AF37"/>
                </a:solidFill>
              </a:rPr>
              <a:t> Dogs </a:t>
            </a:r>
            <a:r>
              <a:rPr b="1" dirty="0" err="1">
                <a:solidFill>
                  <a:srgbClr val="D4AF37"/>
                </a:solidFill>
              </a:rPr>
              <a:t>vs</a:t>
            </a:r>
            <a:r>
              <a:rPr b="1" dirty="0">
                <a:solidFill>
                  <a:srgbClr val="D4AF37"/>
                </a:solidFill>
              </a:rPr>
              <a:t> Cats dataset</a:t>
            </a:r>
            <a:r>
              <a:rPr b="1" dirty="0" smtClean="0">
                <a:solidFill>
                  <a:srgbClr val="D4AF37"/>
                </a:solidFill>
              </a:rPr>
              <a:t>.</a:t>
            </a:r>
            <a:endParaRPr lang="en-US" b="1" dirty="0" smtClean="0">
              <a:solidFill>
                <a:srgbClr val="D4AF37"/>
              </a:solidFill>
            </a:endParaRPr>
          </a:p>
          <a:p>
            <a:endParaRPr lang="en-US" b="1" dirty="0" smtClean="0">
              <a:solidFill>
                <a:srgbClr val="D4AF37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Problem Statement: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Humans can easily distinguish between cats and dogs in images, but computers cannot understand images naturally. The challenge is to develop an automated system that can accurately identify whether a given image contains a cat or a dog. This project uses a Convolutional Neural Network (CNN) to learn features from labeled images and classify new images into one of the two categories: cat or dog.</a:t>
            </a:r>
            <a:endParaRPr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Dataset &amp; Data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solidFill>
                  <a:srgbClr val="D4AF37"/>
                </a:solidFill>
              </a:rPr>
              <a:t>Dataset downloaded using </a:t>
            </a:r>
            <a:r>
              <a:rPr b="1" dirty="0" err="1">
                <a:solidFill>
                  <a:srgbClr val="D4AF37"/>
                </a:solidFill>
              </a:rPr>
              <a:t>Kaggle</a:t>
            </a:r>
            <a:r>
              <a:rPr b="1" dirty="0">
                <a:solidFill>
                  <a:srgbClr val="D4AF37"/>
                </a:solidFill>
              </a:rPr>
              <a:t> API and loaded with </a:t>
            </a:r>
            <a:r>
              <a:rPr b="1" dirty="0" err="1">
                <a:solidFill>
                  <a:srgbClr val="D4AF37"/>
                </a:solidFill>
              </a:rPr>
              <a:t>image_dataset_from_directory</a:t>
            </a:r>
            <a:r>
              <a:rPr b="1" dirty="0">
                <a:solidFill>
                  <a:srgbClr val="D4AF37"/>
                </a:solidFill>
              </a:rPr>
              <a:t>().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162300"/>
            <a:ext cx="15367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600" b="1" dirty="0" err="1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Kaggle</a:t>
            </a:r>
            <a:endParaRPr sz="3600" b="1" dirty="0">
              <a:solidFill>
                <a:srgbClr val="D4AF3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184400" y="3162300"/>
            <a:ext cx="1168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200" b="1" spc="300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6000" y="3136900"/>
            <a:ext cx="177038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Train/Test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5300" y="3162300"/>
            <a:ext cx="24257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200" b="1" dirty="0" err="1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TensorFlow</a:t>
            </a:r>
            <a:endParaRPr sz="3200" b="1" dirty="0">
              <a:solidFill>
                <a:srgbClr val="D4AF3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solidFill>
                  <a:srgbClr val="D4AF37"/>
                </a:solidFill>
              </a:rPr>
              <a:t>Images resized to 256×256 and normalized to [0,1].</a:t>
            </a:r>
          </a:p>
        </p:txBody>
      </p:sp>
      <p:sp>
        <p:nvSpPr>
          <p:cNvPr id="4" name="Chevron 3"/>
          <p:cNvSpPr/>
          <p:nvPr/>
        </p:nvSpPr>
        <p:spPr>
          <a:xfrm>
            <a:off x="190500" y="3475990"/>
            <a:ext cx="2006600" cy="5486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200"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Resize</a:t>
            </a:r>
          </a:p>
        </p:txBody>
      </p:sp>
      <p:sp>
        <p:nvSpPr>
          <p:cNvPr id="5" name="Chevron 4"/>
          <p:cNvSpPr/>
          <p:nvPr/>
        </p:nvSpPr>
        <p:spPr>
          <a:xfrm>
            <a:off x="2451101" y="3436620"/>
            <a:ext cx="2517137" cy="5486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200"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Normalize</a:t>
            </a:r>
          </a:p>
        </p:txBody>
      </p:sp>
      <p:sp>
        <p:nvSpPr>
          <p:cNvPr id="6" name="Chevron 5"/>
          <p:cNvSpPr/>
          <p:nvPr/>
        </p:nvSpPr>
        <p:spPr>
          <a:xfrm>
            <a:off x="4968238" y="3437890"/>
            <a:ext cx="1838962" cy="5486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200"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Batch</a:t>
            </a:r>
          </a:p>
        </p:txBody>
      </p:sp>
      <p:sp>
        <p:nvSpPr>
          <p:cNvPr id="7" name="Chevron 6"/>
          <p:cNvSpPr/>
          <p:nvPr/>
        </p:nvSpPr>
        <p:spPr>
          <a:xfrm>
            <a:off x="6807200" y="3411220"/>
            <a:ext cx="1879600" cy="5486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200"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CNN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solidFill>
                  <a:srgbClr val="D4AF37"/>
                </a:solidFill>
              </a:rPr>
              <a:t>3 Convolution Blocks + </a:t>
            </a:r>
            <a:r>
              <a:rPr b="1" dirty="0" err="1">
                <a:solidFill>
                  <a:srgbClr val="D4AF37"/>
                </a:solidFill>
              </a:rPr>
              <a:t>BatchNorm</a:t>
            </a:r>
            <a:r>
              <a:rPr b="1" dirty="0">
                <a:solidFill>
                  <a:srgbClr val="D4AF37"/>
                </a:solidFill>
              </a:rPr>
              <a:t> + </a:t>
            </a:r>
            <a:r>
              <a:rPr b="1" dirty="0" err="1">
                <a:solidFill>
                  <a:srgbClr val="D4AF37"/>
                </a:solidFill>
              </a:rPr>
              <a:t>MaxPooling</a:t>
            </a:r>
            <a:r>
              <a:rPr b="1" dirty="0">
                <a:solidFill>
                  <a:srgbClr val="D4AF37"/>
                </a:solidFill>
              </a:rPr>
              <a:t> + Dense Layers.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9880" y="3048000"/>
            <a:ext cx="10490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</a:p>
          <a:p>
            <a:r>
              <a:rPr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256x256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87500" y="3048000"/>
            <a:ext cx="10414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4320" y="3048000"/>
            <a:ext cx="10210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41138" y="3048000"/>
            <a:ext cx="1064261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Conv128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59" y="3048000"/>
            <a:ext cx="9144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Flatten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79" y="3048000"/>
            <a:ext cx="9144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048000"/>
            <a:ext cx="9144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solidFill>
                  <a:srgbClr val="D4AF37"/>
                </a:solidFill>
              </a:rPr>
              <a:t>Adam optimizer, Binary </a:t>
            </a:r>
            <a:r>
              <a:rPr b="1" dirty="0" err="1">
                <a:solidFill>
                  <a:srgbClr val="D4AF37"/>
                </a:solidFill>
              </a:rPr>
              <a:t>Crossentropy</a:t>
            </a:r>
            <a:r>
              <a:rPr b="1" dirty="0">
                <a:solidFill>
                  <a:srgbClr val="D4AF37"/>
                </a:solidFill>
              </a:rPr>
              <a:t> loss, 10 epochs.</a:t>
            </a:r>
          </a:p>
        </p:txBody>
      </p:sp>
      <p:sp>
        <p:nvSpPr>
          <p:cNvPr id="4" name="Hexagon 3"/>
          <p:cNvSpPr/>
          <p:nvPr/>
        </p:nvSpPr>
        <p:spPr>
          <a:xfrm>
            <a:off x="1409700" y="3340100"/>
            <a:ext cx="2286000" cy="167005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Epochs=10</a:t>
            </a:r>
          </a:p>
        </p:txBody>
      </p:sp>
      <p:sp>
        <p:nvSpPr>
          <p:cNvPr id="5" name="Hexagon 4"/>
          <p:cNvSpPr/>
          <p:nvPr/>
        </p:nvSpPr>
        <p:spPr>
          <a:xfrm>
            <a:off x="3962400" y="3437890"/>
            <a:ext cx="1943100" cy="157226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600" b="1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Adam</a:t>
            </a:r>
          </a:p>
        </p:txBody>
      </p:sp>
      <p:sp>
        <p:nvSpPr>
          <p:cNvPr id="6" name="Hexagon 5"/>
          <p:cNvSpPr/>
          <p:nvPr/>
        </p:nvSpPr>
        <p:spPr>
          <a:xfrm>
            <a:off x="6108700" y="3455670"/>
            <a:ext cx="2578100" cy="15367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4000" b="1" spc="300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Binary 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Accuracy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solidFill>
                  <a:srgbClr val="D4AF37"/>
                </a:solidFill>
              </a:rPr>
              <a:t>Training vs Validation Accuracy</a:t>
            </a:r>
          </a:p>
        </p:txBody>
      </p:sp>
      <p:pic>
        <p:nvPicPr>
          <p:cNvPr id="4" name="Picture 3" descr="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2197100"/>
            <a:ext cx="4572000" cy="35770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Loss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solidFill>
                  <a:srgbClr val="D4AF37"/>
                </a:solidFill>
              </a:rPr>
              <a:t>Training vs Validation Loss</a:t>
            </a:r>
          </a:p>
        </p:txBody>
      </p:sp>
      <p:pic>
        <p:nvPicPr>
          <p:cNvPr id="4" name="Picture 3" descr="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77595"/>
            <a:ext cx="4572000" cy="36358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D4AF37"/>
                </a:solidFill>
              </a:rPr>
              <a:t>Inference &amp;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solidFill>
                  <a:srgbClr val="D4AF37"/>
                </a:solidFill>
              </a:rPr>
              <a:t>Predict whether an input image is a dog or a cat.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136900"/>
            <a:ext cx="109728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pc="300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3131820"/>
            <a:ext cx="109728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pc="300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3131820"/>
            <a:ext cx="109728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pc="300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0400" y="3131820"/>
            <a:ext cx="13081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pc="300" dirty="0">
                <a:solidFill>
                  <a:srgbClr val="D4A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Dog/Cat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2238"/>
            <a:ext cx="8229600" cy="1143000"/>
          </a:xfrm>
        </p:spPr>
        <p:txBody>
          <a:bodyPr/>
          <a:lstStyle/>
          <a:p>
            <a:r>
              <a:rPr b="1" dirty="0">
                <a:solidFill>
                  <a:schemeClr val="bg1"/>
                </a:solidFill>
                <a:latin typeface="Bahnschrift SemiCondensed" pitchFamily="34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b="1" dirty="0">
              <a:solidFill>
                <a:srgbClr val="D4AF3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150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Dog vs Cat Classification Using CNN</vt:lpstr>
      <vt:lpstr>Project Introduction</vt:lpstr>
      <vt:lpstr>Dataset &amp; Data Loading</vt:lpstr>
      <vt:lpstr>Data Preprocessing</vt:lpstr>
      <vt:lpstr>CNN Architecture</vt:lpstr>
      <vt:lpstr>Model Training</vt:lpstr>
      <vt:lpstr>Accuracy Graph</vt:lpstr>
      <vt:lpstr>Loss Graph</vt:lpstr>
      <vt:lpstr>Inference &amp; Prediction</vt:lpstr>
      <vt:lpstr>Thank You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 vs Cat Classification Using CNN</dc:title>
  <dc:creator>COMP</dc:creator>
  <dc:description>generated using python-pptx</dc:description>
  <cp:lastModifiedBy>COMP</cp:lastModifiedBy>
  <cp:revision>15</cp:revision>
  <dcterms:created xsi:type="dcterms:W3CDTF">2013-01-27T09:14:16Z</dcterms:created>
  <dcterms:modified xsi:type="dcterms:W3CDTF">2026-07-18T05:08:36Z</dcterms:modified>
</cp:coreProperties>
</file>